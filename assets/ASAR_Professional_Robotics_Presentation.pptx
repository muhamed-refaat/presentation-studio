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ASAR Team Presents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Adaptive Smart Autonomous Robot</a:t>
            </a:r>
            <a:br/>
            <a:br/>
            <a:r>
              <a:t>Self-Learning Autonomous Navigation Robot Using LiDAR and Sensor Fusion</a:t>
            </a:r>
            <a:br/>
            <a:br/>
            <a:r>
              <a:t>Department of IT</a:t>
            </a:r>
            <a:br/>
            <a:r>
              <a:t>Supervisor: El-Houssein Tawfik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Project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Autonomous robots are becoming an important part of modern smart environments.</a:t>
            </a:r>
            <a:br/>
            <a:br/>
            <a:r>
              <a:t>Our project focuses on building a mobile robot capable of:</a:t>
            </a:r>
            <a:br/>
            <a:br/>
            <a:r>
              <a:t>• Understanding its surroundings</a:t>
            </a:r>
            <a:br/>
            <a:r>
              <a:t>• Detecting obstacles</a:t>
            </a:r>
            <a:br/>
            <a:r>
              <a:t>• Making navigation decisions</a:t>
            </a:r>
            <a:br/>
            <a:r>
              <a:t>• Moving independently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Project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The robot combines several technologies to achieve reliable navigation:</a:t>
            </a:r>
            <a:br/>
            <a:br/>
            <a:r>
              <a:t>• LiDAR for environment scanning</a:t>
            </a:r>
            <a:br/>
            <a:r>
              <a:t>• Ultrasonic sensors for close obstacle detection</a:t>
            </a:r>
            <a:br/>
            <a:r>
              <a:t>• MPU6050 for motion feedback</a:t>
            </a:r>
            <a:br/>
            <a:r>
              <a:t>• Dual controller architecture for better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Traditional mobile robots face several problems:</a:t>
            </a:r>
            <a:br/>
            <a:br/>
            <a:r>
              <a:t>• Limited sensor coverage</a:t>
            </a:r>
            <a:br/>
            <a:r>
              <a:t>• Blind spots that may cause collisions</a:t>
            </a:r>
            <a:br/>
            <a:r>
              <a:t>• Slow response when one controller handles all tasks</a:t>
            </a:r>
            <a:br/>
            <a:r>
              <a:t>• Difficulty operating in dynamic indoor environments</a:t>
            </a:r>
            <a:br/>
            <a:br/>
            <a:r>
              <a:t>Our solution uses sensor fusion and separated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Our main goals:</a:t>
            </a:r>
            <a:br/>
            <a:br/>
            <a:r>
              <a:t>• Design an autonomous navigation robot</a:t>
            </a:r>
            <a:br/>
            <a:r>
              <a:t>• Build a reliable control system</a:t>
            </a:r>
            <a:br/>
            <a:r>
              <a:t>• Implement ESP32 and Arduino Mega communication</a:t>
            </a:r>
            <a:br/>
            <a:r>
              <a:t>• Improve obstacle detection accuracy</a:t>
            </a:r>
            <a:br/>
            <a:r>
              <a:t>• Achieve real-time robot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The robot workflow:</a:t>
            </a:r>
            <a:br/>
            <a:br/>
            <a:r>
              <a:t>Sensors collect information</a:t>
            </a:r>
            <a:br/>
            <a:r>
              <a:t>↓</a:t>
            </a:r>
            <a:br/>
            <a:r>
              <a:t>ESP32 processes data</a:t>
            </a:r>
            <a:br/>
            <a:r>
              <a:t>↓</a:t>
            </a:r>
            <a:br/>
            <a:r>
              <a:t>Decision making</a:t>
            </a:r>
            <a:br/>
            <a:r>
              <a:t>↓</a:t>
            </a:r>
            <a:br/>
            <a:r>
              <a:t>Arduino controls motors</a:t>
            </a:r>
            <a:br/>
            <a:r>
              <a:t>↓</a:t>
            </a:r>
            <a:br/>
            <a:r>
              <a:t>Robot movement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Hardware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Main hardware used:</a:t>
            </a:r>
            <a:br/>
            <a:br/>
            <a:r>
              <a:t>• Arduino Mega 2560</a:t>
            </a:r>
            <a:br/>
            <a:r>
              <a:t>• ESP32 DevKit V1</a:t>
            </a:r>
            <a:br/>
            <a:r>
              <a:t>• L298N Motor Driver</a:t>
            </a:r>
            <a:br/>
            <a:r>
              <a:t>• JGA25-370 DC Gear Motors</a:t>
            </a:r>
            <a:br/>
            <a:r>
              <a:t>• 80mm Mecanum Wheels</a:t>
            </a:r>
            <a:br/>
            <a:r>
              <a:t>• LiDAR Sensor</a:t>
            </a:r>
            <a:br/>
            <a:r>
              <a:t>• 4 Ultrasonic Sensors</a:t>
            </a:r>
            <a:br/>
            <a:r>
              <a:t>• MPU6050 IMU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Mechanical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The robot uses four mecanum wheels.</a:t>
            </a:r>
            <a:br/>
            <a:br/>
            <a:r>
              <a:t>Advantages:</a:t>
            </a:r>
            <a:br/>
            <a:br/>
            <a:r>
              <a:t>• Omni-directional movement</a:t>
            </a:r>
            <a:br/>
            <a:r>
              <a:t>• Better maneuverability</a:t>
            </a:r>
            <a:br/>
            <a:r>
              <a:t>• Ability to move sideways</a:t>
            </a:r>
            <a:br/>
            <a:r>
              <a:t>• Precise indoor navigation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Motor Control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Motor control is handled by Arduino Mega.</a:t>
            </a:r>
            <a:br/>
            <a:br/>
            <a:r>
              <a:t>Functions:</a:t>
            </a:r>
            <a:br/>
            <a:br/>
            <a:r>
              <a:t>• Generate PWM signals</a:t>
            </a:r>
            <a:br/>
            <a:r>
              <a:t>• Control motor direction</a:t>
            </a:r>
            <a:br/>
            <a:r>
              <a:t>• Synchronize four motors</a:t>
            </a:r>
            <a:br/>
            <a:r>
              <a:t>• Handle movement commands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Dual Controller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ESP32:</a:t>
            </a:r>
            <a:br/>
            <a:br/>
            <a:r>
              <a:t>• High-level processing</a:t>
            </a:r>
            <a:br/>
            <a:r>
              <a:t>• Sensor communication</a:t>
            </a:r>
            <a:br/>
            <a:r>
              <a:t>• Application connection</a:t>
            </a:r>
            <a:br/>
            <a:br/>
            <a:r>
              <a:t>Arduino Mega:</a:t>
            </a:r>
            <a:br/>
            <a:br/>
            <a:r>
              <a:t>• Real-time motor control</a:t>
            </a:r>
            <a:br/>
            <a:r>
              <a:t>• Low-level 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Communication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ESP32 communicates with Arduino Mega through serial communication.</a:t>
            </a:r>
            <a:br/>
            <a:br/>
            <a:r>
              <a:t>Used for:</a:t>
            </a:r>
            <a:br/>
            <a:br/>
            <a:r>
              <a:t>• Sending movement instructions</a:t>
            </a:r>
            <a:br/>
            <a:r>
              <a:t>• Receiving sensor information</a:t>
            </a:r>
            <a:br/>
            <a:r>
              <a:t>• Reducing processing load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LiDAR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LiDAR uses laser scanning to measure distances.</a:t>
            </a:r>
            <a:br/>
            <a:br/>
            <a:r>
              <a:t>It provides:</a:t>
            </a:r>
            <a:br/>
            <a:br/>
            <a:r>
              <a:t>• Long-range obstacle detection</a:t>
            </a:r>
            <a:br/>
            <a:r>
              <a:t>• Environmental mapping information</a:t>
            </a:r>
            <a:br/>
            <a:r>
              <a:t>• Accurate distance measurements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Ultrasonic Sensors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Four ultrasonic sensors are used to detect nearby obstacles.</a:t>
            </a:r>
            <a:br/>
            <a:br/>
            <a:r>
              <a:t>They help to:</a:t>
            </a:r>
            <a:br/>
            <a:br/>
            <a:r>
              <a:t>• Cover blind areas</a:t>
            </a:r>
            <a:br/>
            <a:r>
              <a:t>• Improve safety</a:t>
            </a:r>
            <a:br/>
            <a:r>
              <a:t>• Provide additional distance readings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Sensor Fusion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Instead of depending on a single sensor:</a:t>
            </a:r>
            <a:br/>
            <a:br/>
            <a:r>
              <a:t>LiDAR + Ultrasonic + IMU</a:t>
            </a:r>
            <a:br/>
            <a:br/>
            <a:r>
              <a:t>creates a more reliable perception system.</a:t>
            </a:r>
            <a:br/>
            <a:br/>
            <a:r>
              <a:t>Benefits:</a:t>
            </a:r>
            <a:br/>
            <a:r>
              <a:t>• Better detection</a:t>
            </a:r>
            <a:br/>
            <a:r>
              <a:t>• Reduced blind spots</a:t>
            </a:r>
            <a:br/>
            <a:r>
              <a:t>• Safer movement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MPU6050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MPU6050 provides motion information using:</a:t>
            </a:r>
            <a:br/>
            <a:br/>
            <a:r>
              <a:t>• Accelerometer</a:t>
            </a:r>
            <a:br/>
            <a:r>
              <a:t>• Gyroscope</a:t>
            </a:r>
            <a:br/>
            <a:br/>
            <a:r>
              <a:t>Used for:</a:t>
            </a:r>
            <a:br/>
            <a:r>
              <a:t>• Orientation estimation</a:t>
            </a:r>
            <a:br/>
            <a:r>
              <a:t>• Movement feedback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Software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Software tools:</a:t>
            </a:r>
            <a:br/>
            <a:br/>
            <a:r>
              <a:t>• Arduino IDE</a:t>
            </a:r>
            <a:br/>
            <a:r>
              <a:t>• C++ Programming</a:t>
            </a:r>
            <a:br/>
            <a:br/>
            <a:r>
              <a:t>Implemented for:</a:t>
            </a:r>
            <a:br/>
            <a:r>
              <a:t>• Sensors reading</a:t>
            </a:r>
            <a:br/>
            <a:r>
              <a:t>• Communication</a:t>
            </a:r>
            <a:br/>
            <a:r>
              <a:t>• Motor control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Navigation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The robot follows a decision process:</a:t>
            </a:r>
            <a:br/>
            <a:br/>
            <a:r>
              <a:t>1. Read sensors</a:t>
            </a:r>
            <a:br/>
            <a:r>
              <a:t>2. Analyze environment</a:t>
            </a:r>
            <a:br/>
            <a:r>
              <a:t>3. Detect obstacles</a:t>
            </a:r>
            <a:br/>
            <a:r>
              <a:t>4. Choose movement</a:t>
            </a:r>
            <a:br/>
            <a:r>
              <a:t>5. Control motors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Obstacle Avoidance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When an obstacle is detected:</a:t>
            </a:r>
            <a:br/>
            <a:br/>
            <a:r>
              <a:t>The robot changes its movement direction based on sensor feedback.</a:t>
            </a:r>
            <a:br/>
            <a:br/>
            <a:r>
              <a:t>Goal:</a:t>
            </a:r>
            <a:br/>
            <a:r>
              <a:t>Avoid collisions while continuing navigation.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Mobile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The application allows:</a:t>
            </a:r>
            <a:br/>
            <a:br/>
            <a:r>
              <a:t>• Monitoring robot data</a:t>
            </a:r>
            <a:br/>
            <a:r>
              <a:t>• Viewing sensor information</a:t>
            </a:r>
            <a:br/>
            <a:r>
              <a:t>• Sending commands</a:t>
            </a:r>
            <a:br/>
            <a:r>
              <a:t>• Connecting with robot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Adaptive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The robot adapts its actions using feedback from the environment.</a:t>
            </a:r>
            <a:br/>
            <a:br/>
            <a:r>
              <a:t>Future improvements:</a:t>
            </a:r>
            <a:br/>
            <a:r>
              <a:t>• Machine Learning</a:t>
            </a:r>
            <a:br/>
            <a:r>
              <a:t>• AI-based navigation</a:t>
            </a:r>
            <a:br/>
            <a:r>
              <a:t>• Learning algorithms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Testing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Testing includes:</a:t>
            </a:r>
            <a:br/>
            <a:br/>
            <a:r>
              <a:t>• Motor movement tests</a:t>
            </a:r>
            <a:br/>
            <a:r>
              <a:t>• Sensor accuracy tests</a:t>
            </a:r>
            <a:br/>
            <a:r>
              <a:t>• Communication tests</a:t>
            </a:r>
            <a:br/>
            <a:r>
              <a:t>• Navigation experiments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The implemented system achieved:</a:t>
            </a:r>
            <a:br/>
            <a:br/>
            <a:r>
              <a:t>✓ Real-time control</a:t>
            </a:r>
            <a:br/>
            <a:r>
              <a:t>✓ Multi-sensor integration</a:t>
            </a:r>
            <a:br/>
            <a:r>
              <a:t>✓ Obstacle detection</a:t>
            </a:r>
            <a:br/>
            <a:r>
              <a:t>✓ Controller communication</a:t>
            </a:r>
            <a:br/>
            <a:r>
              <a:t>✓ Remote monitoring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During development:</a:t>
            </a:r>
            <a:br/>
            <a:br/>
            <a:r>
              <a:t>• Sensor calibration</a:t>
            </a:r>
            <a:br/>
            <a:r>
              <a:t>• Motor synchronization</a:t>
            </a:r>
            <a:br/>
            <a:r>
              <a:t>• Data processing</a:t>
            </a:r>
            <a:br/>
            <a:r>
              <a:t>• Navigation reliability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Future upgrades:</a:t>
            </a:r>
            <a:br/>
            <a:br/>
            <a:r>
              <a:t>• SLAM implementation</a:t>
            </a:r>
            <a:br/>
            <a:r>
              <a:t>• Computer vision</a:t>
            </a:r>
            <a:br/>
            <a:r>
              <a:t>• Machine learning models</a:t>
            </a:r>
            <a:br/>
            <a:r>
              <a:t>• More advanced path planning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Possible applications:</a:t>
            </a:r>
            <a:br/>
            <a:br/>
            <a:r>
              <a:t>• Smart warehouses</a:t>
            </a:r>
            <a:br/>
            <a:r>
              <a:t>• Indoor delivery robots</a:t>
            </a:r>
            <a:br/>
            <a:r>
              <a:t>• Industrial automation</a:t>
            </a:r>
            <a:br/>
            <a:r>
              <a:t>• Rescue robots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ASAR robot demonstrates a reliable autonomous platform using:</a:t>
            </a:r>
            <a:br/>
            <a:br/>
            <a:r>
              <a:t>LiDAR + Sensor Fusion + Dual Controller Architecture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